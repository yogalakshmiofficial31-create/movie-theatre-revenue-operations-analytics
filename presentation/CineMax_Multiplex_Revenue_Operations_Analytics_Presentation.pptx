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10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656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73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333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878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12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888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136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791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332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840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3104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8369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1574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8941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3286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6034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660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823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CineMax Multiplex Revenue &amp; Operations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Presented by: Yogalakshmi M</a:t>
            </a:r>
          </a:p>
          <a:p>
            <a:r>
              <a:t>Power BI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dirty="0"/>
              <a:t>• </a:t>
            </a:r>
            <a:r>
              <a:rPr dirty="0" err="1"/>
              <a:t>CineMax</a:t>
            </a:r>
            <a:r>
              <a:rPr dirty="0"/>
              <a:t> operates multiple theatres across Tamil Nadu.</a:t>
            </a:r>
          </a:p>
          <a:p>
            <a:pPr marL="0" indent="0">
              <a:buNone/>
              <a:defRPr sz="2200"/>
            </a:pPr>
            <a:r>
              <a:rPr dirty="0"/>
              <a:t>• Management needs centralized reporting for revenue, occupancy, customers, promotions and operations.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dirty="0"/>
              <a:t>• Build an end-to-end Power BI </a:t>
            </a:r>
            <a:r>
              <a:rPr dirty="0" err="1"/>
              <a:t>BI</a:t>
            </a:r>
            <a:r>
              <a:rPr dirty="0"/>
              <a:t> solution.</a:t>
            </a:r>
          </a:p>
          <a:p>
            <a:pPr marL="0" indent="0">
              <a:buNone/>
              <a:defRPr sz="2200"/>
            </a:pPr>
            <a:r>
              <a:rPr dirty="0"/>
              <a:t>• Use Power Query, Star Schema, DAX and Interactive Dashboards.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dirty="0"/>
              <a:t>• 8 Dimension Tables</a:t>
            </a:r>
          </a:p>
          <a:p>
            <a:pPr marL="0" indent="0">
              <a:buNone/>
              <a:defRPr sz="2200"/>
            </a:pPr>
            <a:r>
              <a:rPr dirty="0"/>
              <a:t>• 1 Fact Table (5000 ticket sales)</a:t>
            </a:r>
          </a:p>
          <a:p>
            <a:pPr marL="0" indent="0">
              <a:buNone/>
              <a:defRPr sz="2200"/>
            </a:pPr>
            <a:r>
              <a:rPr dirty="0"/>
              <a:t>• Date Range: 2024–2026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dirty="0"/>
              <a:t>• Removed duplicates</a:t>
            </a:r>
          </a:p>
          <a:p>
            <a:pPr marL="0" indent="0">
              <a:buNone/>
              <a:defRPr sz="2200"/>
            </a:pPr>
            <a:r>
              <a:rPr dirty="0"/>
              <a:t>• Validated keys</a:t>
            </a:r>
          </a:p>
          <a:p>
            <a:pPr marL="0" indent="0">
              <a:buNone/>
              <a:defRPr sz="2200"/>
            </a:pPr>
            <a:r>
              <a:rPr dirty="0"/>
              <a:t>• Checked data types</a:t>
            </a:r>
          </a:p>
          <a:p>
            <a:pPr marL="0" indent="0">
              <a:buNone/>
              <a:defRPr sz="2200"/>
            </a:pPr>
            <a:r>
              <a:rPr dirty="0"/>
              <a:t>• Handled missing values</a:t>
            </a:r>
          </a:p>
          <a:p>
            <a:pPr marL="0" indent="0">
              <a:buNone/>
              <a:defRPr sz="2200"/>
            </a:pPr>
            <a:r>
              <a:rPr dirty="0"/>
              <a:t>• Built relationships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dirty="0"/>
              <a:t>• </a:t>
            </a:r>
            <a:r>
              <a:rPr dirty="0" err="1"/>
              <a:t>Fact_Ticket_Sales</a:t>
            </a:r>
            <a:r>
              <a:rPr dirty="0"/>
              <a:t> linked with Date, Movie, Customer, Theatre, Screen, Show, Promotion and Category dimensions.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DAX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dirty="0"/>
              <a:t>• Total Revenue</a:t>
            </a:r>
          </a:p>
          <a:p>
            <a:pPr marL="0" indent="0">
              <a:buNone/>
              <a:defRPr sz="2200"/>
            </a:pPr>
            <a:r>
              <a:rPr dirty="0"/>
              <a:t>• Tickets Sold</a:t>
            </a:r>
          </a:p>
          <a:p>
            <a:pPr marL="0" indent="0">
              <a:buNone/>
              <a:defRPr sz="2200"/>
            </a:pPr>
            <a:r>
              <a:rPr dirty="0"/>
              <a:t>• Customers</a:t>
            </a:r>
          </a:p>
          <a:p>
            <a:pPr marL="0" indent="0">
              <a:buNone/>
              <a:defRPr sz="2200"/>
            </a:pPr>
            <a:r>
              <a:rPr dirty="0"/>
              <a:t>• Food Revenue</a:t>
            </a:r>
          </a:p>
          <a:p>
            <a:pPr marL="0" indent="0">
              <a:buNone/>
              <a:defRPr sz="2200"/>
            </a:pPr>
            <a:r>
              <a:rPr dirty="0"/>
              <a:t>• </a:t>
            </a:r>
            <a:r>
              <a:rPr dirty="0" smtClean="0"/>
              <a:t>Av</a:t>
            </a:r>
            <a:r>
              <a:rPr lang="en-US" dirty="0" smtClean="0"/>
              <a:t>erage</a:t>
            </a:r>
            <a:r>
              <a:rPr dirty="0" smtClean="0"/>
              <a:t> </a:t>
            </a:r>
            <a:r>
              <a:rPr dirty="0"/>
              <a:t>Ticket Price</a:t>
            </a:r>
          </a:p>
          <a:p>
            <a:pPr marL="0" indent="0">
              <a:buNone/>
              <a:defRPr sz="2200"/>
            </a:pPr>
            <a:r>
              <a:rPr dirty="0"/>
              <a:t>• Occupancy %</a:t>
            </a:r>
          </a:p>
          <a:p>
            <a:pPr marL="0" indent="0">
              <a:buNone/>
              <a:defRPr sz="2200"/>
            </a:pPr>
            <a:r>
              <a:rPr dirty="0"/>
              <a:t>• YTD &amp; MTD Sales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Pages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1. Executive Dashboard</a:t>
            </a:r>
          </a:p>
          <a:p>
            <a:pPr>
              <a:defRPr sz="2200"/>
            </a:pPr>
            <a:r>
              <a:t>2. Revenue Analysis</a:t>
            </a:r>
          </a:p>
          <a:p>
            <a:pPr>
              <a:defRPr sz="2200"/>
            </a:pPr>
            <a:r>
              <a:t>3. Operations Dashboard</a:t>
            </a:r>
          </a:p>
          <a:p>
            <a:pPr>
              <a:defRPr sz="2200"/>
            </a:pPr>
            <a:r>
              <a:t>4. Customer &amp; Promotion Dashboard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Revenue: ₹6.59M</a:t>
            </a:r>
          </a:p>
          <a:p>
            <a:pPr>
              <a:defRPr sz="2200"/>
            </a:pPr>
            <a:r>
              <a:t>• Tickets Sold: 18K</a:t>
            </a:r>
          </a:p>
          <a:p>
            <a:pPr>
              <a:defRPr sz="2200"/>
            </a:pPr>
            <a:r>
              <a:t>• Food Revenue: ₹2M</a:t>
            </a:r>
          </a:p>
          <a:p>
            <a:pPr>
              <a:defRPr sz="2200"/>
            </a:pPr>
            <a:r>
              <a:t>• Occupancy: 62%</a:t>
            </a:r>
          </a:p>
          <a:p>
            <a:pPr>
              <a:defRPr sz="2200"/>
            </a:pPr>
            <a:r>
              <a:t>• Customers: 400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Increase shows for top movies.</a:t>
            </a:r>
          </a:p>
          <a:p>
            <a:pPr>
              <a:defRPr sz="2200"/>
            </a:pPr>
            <a:r>
              <a:t>• Improve weekday promotions.</a:t>
            </a:r>
          </a:p>
          <a:p>
            <a:pPr>
              <a:defRPr sz="2200"/>
            </a:pPr>
            <a:r>
              <a:t>• Expand food &amp; beverage sales.</a:t>
            </a:r>
          </a:p>
          <a:p>
            <a:pPr>
              <a:defRPr sz="2200"/>
            </a:pPr>
            <a:r>
              <a:t>• Optimize theatre scheduling.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Power BI, Power Query, DAX, Excel, Star Schema, Data Modeling, Data Visualization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Questions?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24</TotalTime>
  <Words>250</Words>
  <Application>Microsoft Office PowerPoint</Application>
  <PresentationFormat>On-screen Show (4:3)</PresentationFormat>
  <Paragraphs>49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Ion Boardroom</vt:lpstr>
      <vt:lpstr>CineMax Multiplex Revenue &amp; Operations Analytics</vt:lpstr>
      <vt:lpstr>Business Background</vt:lpstr>
      <vt:lpstr>Project Objective</vt:lpstr>
      <vt:lpstr>Dataset</vt:lpstr>
      <vt:lpstr>Data Cleaning</vt:lpstr>
      <vt:lpstr>Star Schema</vt:lpstr>
      <vt:lpstr>DAX Measures</vt:lpstr>
      <vt:lpstr>Dashboard Pages</vt:lpstr>
      <vt:lpstr>Key Insights</vt:lpstr>
      <vt:lpstr>Business Recommendations</vt:lpstr>
      <vt:lpstr>Tools &amp; Skills</vt:lpstr>
      <vt:lpstr>Thank You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CineMax Multiplex Revenue &amp; Operations Analytics</dc:title>
  <dc:subject/>
  <dc:creator>thinkpad</dc:creator>
  <cp:keywords/>
  <dc:description>generated using python-pptx</dc:description>
  <cp:lastModifiedBy>Microsoft account</cp:lastModifiedBy>
  <cp:revision>6</cp:revision>
  <dcterms:created xsi:type="dcterms:W3CDTF">2013-01-27T09:14:16Z</dcterms:created>
  <dcterms:modified xsi:type="dcterms:W3CDTF">2026-07-13T21:18:03Z</dcterms:modified>
  <cp:category/>
</cp:coreProperties>
</file>